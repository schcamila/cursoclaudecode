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5B32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AFCA0B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6D5BD0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4114800"/>
            <a:ext cx="3200400" cy="3200400"/>
          </a:xfrm>
          <a:prstGeom prst="ellipse">
            <a:avLst/>
          </a:prstGeom>
          <a:solidFill>
            <a:srgbClr val="AFCA0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5B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LiveMode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5B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Management Overview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de mídia esportiva brasileira — direitos, produção e distribuição, com força no digital e no gratuito.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Conteúdo ilustrativo, montado para os exercícios do curso.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5B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LIVEMODE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5B3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somos &amp; O que fazemos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937760"/>
          </a:xfrm>
          <a:prstGeom prst="rect">
            <a:avLst>
              <a:gd name="adj" fmla="val 1481"/>
            </a:avLst>
          </a:prstGeom>
          <a:solidFill>
            <a:srgbClr val="F6F8F2"/>
          </a:solidFill>
          <a:ln w="12700">
            <a:solidFill>
              <a:srgbClr val="65B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B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somos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LiveMode é uma casa de mídia esportiva brasileira: adquire direitos de transmissão, produz o conteúdo e o distribui — com força no digital e no gratuito.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a companhia por trás da CazéTV, o canal do streamer Casimiro Miguel, criada em parceria com os fundadores Edgar Diniz e Sérgio Lopes (os mesmos do Esporte Interativo).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4937760"/>
          </a:xfrm>
          <a:prstGeom prst="rect">
            <a:avLst>
              <a:gd name="adj" fmla="val 1481"/>
            </a:avLst>
          </a:prstGeom>
          <a:solidFill>
            <a:srgbClr val="F3F1FB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B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fazemos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Direitos &amp; aquisição — negociamos direitos de grandes competições.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Produção &amp; transmissão — ao vivo, gratuita, no YouTube.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Comercial — vendemos cotas de patrocínio (a "esteira") para marcas.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Conteúdo — bastidores, cortes, videocasts, segunda tela.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5B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LIVEMODE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Marcos &amp; Como ganhamos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B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Marcos (exemplos)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Recorde mundial de audiência de futebol feminino: pico de ~1 milhão de dispositivos simultâneos em Brasil x Panamá (Copa do Mundo Feminina 2023), superando a marca anterior (~250 mil, final da UEFA Women's Champions League).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Mundial de Clubes: alcance na casa das dezenas de milhões de pessoas.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Cobertura de Olimpíadas, Eurocopa e Brasileirão.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0" cy="48463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FCA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ganhamos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18745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Receita vem de patrocínio (cotas vendidas a marcas dentro do ciclo de cada evento) e de acordos de distribuição.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gratuidade funciona como alavanca de escala: quanto menor o atrito para assistir, maior a audiência — e maior o valor da cota.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4709160"/>
            <a:ext cx="4937760" cy="1417320"/>
          </a:xfrm>
          <a:prstGeom prst="rect">
            <a:avLst>
              <a:gd name="adj" fmla="val 5161"/>
            </a:avLst>
          </a:prstGeom>
          <a:solidFill>
            <a:srgbClr val="F6F8F2"/>
          </a:solidFill>
          <a:ln w="12700">
            <a:solidFill>
              <a:srgbClr val="AFCA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48920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5B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Menor atrito → maior audiência → maior valor da cota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5B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LIVEMODE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AFCA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&amp; Prioridades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B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65B3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#65B32E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19202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AFCA0B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#AFCA0B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9202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6D5BD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971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Roxo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#6D5BD0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Tipografia: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(títulos e texto)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informal, próximo, "conexão verdadeira"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0" cy="48463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B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Prioridades (exemplos)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65B32E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19202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Crescer audiência recorrente (não só picos de evento).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3200400"/>
            <a:ext cx="502920" cy="502920"/>
          </a:xfrm>
          <a:prstGeom prst="ellipse">
            <a:avLst/>
          </a:prstGeom>
          <a:solidFill>
            <a:srgbClr val="65B32E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1546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Amadurecer a esteira comercial (priorização e previsibilidade).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4434840"/>
            <a:ext cx="502920" cy="502920"/>
          </a:xfrm>
          <a:prstGeom prst="ellipse">
            <a:avLst/>
          </a:prstGeom>
          <a:solidFill>
            <a:srgbClr val="65B32E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3891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Escalar produção de conteúdo sem estourar custo.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5B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LIVEMODE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LiveMode — Management Overview</dc:title>
  <dc:subject>PptxGenJS Presentation</dc:subject>
  <dc:creator>LiveMode</dc:creator>
  <cp:lastModifiedBy>LiveMode</cp:lastModifiedBy>
  <cp:revision>1</cp:revision>
  <dcterms:created xsi:type="dcterms:W3CDTF">2026-09-03T16:55:11Z</dcterms:created>
  <dcterms:modified xsi:type="dcterms:W3CDTF">2026-09-03T16:55:11Z</dcterms:modified>
</cp:coreProperties>
</file>